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E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CCCCC"/>
            </a:solidFill>
            <a:ln w="1905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333333"/>
            </a:solidFill>
            <a:ln w="190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CC0000"/>
            </a:solidFill>
            <a:ln w="19050" cap="flat">
              <a:solidFill>
                <a:srgbClr val="CC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sales trajectory shows 55% growth from FY25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and Q4 consistently deliver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 50% growth multiplier to sales from two years prior.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prior year actuals as baseline forecast. Conservative approach.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average of annual historical sales. Smooths seasonality.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YoY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6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Director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Design System D</dc:title>
  <dc:subject>PptxGenJS Presentation</dc:subject>
  <dc:creator>Acme Corporation</dc:creator>
  <cp:lastModifiedBy>Acme Corporation</cp:lastModifiedBy>
  <cp:revision>1</cp:revision>
  <dcterms:created xsi:type="dcterms:W3CDTF">2026-02-15T05:24:07Z</dcterms:created>
  <dcterms:modified xsi:type="dcterms:W3CDTF">2026-02-15T05:24:07Z</dcterms:modified>
</cp:coreProperties>
</file>