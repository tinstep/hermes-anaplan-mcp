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88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06B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D2D2D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FY24 (Actual)</c:v>
                </c:pt>
                <c:pt idx="1">
                  <c:v>FY25 (Actual)</c:v>
                </c:pt>
                <c:pt idx="2">
                  <c:v>FY26 (Forecast)</c:v>
                </c:pt>
                <c:pt idx="3">
                  <c:v>FY27 (Forecast)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EB-D242-983B-DEB40C320C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B0D4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0D-1B4F-8237-99D2219A72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006B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0D-1B4F-8237-99D2219A72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0D-1B4F-8237-99D2219A72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0077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80D-1B4F-8237-99D2219A72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2D2D"/>
              </a:solidFill>
              <a:latin typeface="Trebuchet MS"/>
              <a:cs typeface="Trebuchet M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ln w="31750" cap="flat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31-0249-9596-072DC2392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ln w="31750" cap="flat">
              <a:solidFill>
                <a:srgbClr val="006B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6B3F"/>
              </a:solidFill>
              <a:ln w="9525" cap="flat">
                <a:solidFill>
                  <a:srgbClr val="006B3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31-0249-9596-072DC2392D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ln w="31750" cap="flat">
              <a:solidFill>
                <a:srgbClr val="FFD7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D700"/>
              </a:solidFill>
              <a:ln w="9525" cap="flat">
                <a:solidFill>
                  <a:srgbClr val="FFD70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31-0249-9596-072DC2392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2D2D"/>
              </a:solidFill>
              <a:latin typeface="Trebuchet MS"/>
              <a:cs typeface="Trebuchet M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02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36576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by Anaplan MCP  |  February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 Pro forecast projects 18,300 units in FY26, a 55% increase over FY25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3383280" cy="29260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11,800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1688" y="1554480"/>
            <a:ext cx="3383280" cy="29260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554480"/>
            <a:ext cx="338328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2194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18,300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36008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6008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91856" y="1554480"/>
            <a:ext cx="3383280" cy="29260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91856" y="1554480"/>
            <a:ext cx="3383280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2194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17,700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266176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6176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 </a:t>
            </a:r>
            <a:r>
              <a:rPr lang="en-US" sz="13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94360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[LARA] TEST MODEL,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sales trajectory shows 50% growth from FY24 to FY26 forecast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731520" y="1280160"/>
          <a:ext cx="6400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280160"/>
            <a:ext cx="3931920" cy="45720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0" y="1280160"/>
            <a:ext cx="54864" cy="457200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2971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growth driven by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3931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4892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5120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72400" y="5394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" y="594360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consistently delivers strongest quarterly performance across all years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731520" y="1280160"/>
          <a:ext cx="10698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94360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spike driven by November sales -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forecast pattern amplifies FY24 seasonality with consistent 1.5x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731520" y="1280160"/>
          <a:ext cx="10698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94360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forecast methods provide complementary views of expected demand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128016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Sales (t-24) x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Applies a 50% growth multiplier to sales from two years prior. Captures seasonal patterns while projecting growth.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743200"/>
            <a:ext cx="73152" cy="1280160"/>
          </a:xfrm>
          <a:prstGeom prst="rect">
            <a:avLst/>
          </a:prstGeom>
          <a:solidFill>
            <a:srgbClr val="0077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-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 prior year actuals as baseline forecast. Conservative approach assuming no growth.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6868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10698480" cy="12801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206240"/>
            <a:ext cx="73152" cy="128016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-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937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average of annual historical sales. Smooths seasonality for flat demand view.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686800" y="4983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94360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monthly forecast ranges from 300 to 3,000 units with high seasonality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006B3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972800" cy="27432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Jan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Feb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Jun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Jul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Sep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Oct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Nov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Dec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Total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FY24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FY25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FY26 (F)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2700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1500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1500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2100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18300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FY27 (F)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2100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2400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2700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17700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FY26 YoY 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50%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13%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80808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N/A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-25%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-6%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200%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350%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E0404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-62%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67%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425%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i="1" dirty="0">
                          <a:solidFill>
                            <a:srgbClr val="006B3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+55%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94360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4" name="Text 5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risks and five actions to secure FY26 forecast delivery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02920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" cy="100584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502920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108960"/>
            <a:ext cx="54864" cy="100584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82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declined 3.3% vs FY24 -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5029200" cy="1005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297680"/>
            <a:ext cx="54864" cy="100584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70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88581"/>
              </p:ext>
            </p:extLst>
          </p:nvPr>
        </p:nvGraphicFramePr>
        <p:xfrm>
          <a:off x="6217920" y="1874520"/>
          <a:ext cx="5212080" cy="3428998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Owner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Target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8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Sales Director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8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Supply Chain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Sep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8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Analytics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8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Finance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8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Planning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 2026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" y="5943600"/>
            <a:ext cx="73152" cy="41148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603504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686</Words>
  <Application>Microsoft Macintosh PowerPoint</Application>
  <PresentationFormat>Widescreen</PresentationFormat>
  <Paragraphs>195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Laptop Pro - Acme Corporation</dc:title>
  <dc:subject>PptxGenJS Presentation</dc:subject>
  <dc:creator>Anaplan MCP</dc:creator>
  <cp:lastModifiedBy>Lara Srinath</cp:lastModifiedBy>
  <cp:revision>2</cp:revision>
  <dcterms:created xsi:type="dcterms:W3CDTF">2026-02-13T00:53:30Z</dcterms:created>
  <dcterms:modified xsi:type="dcterms:W3CDTF">2026-02-13T01:45:36Z</dcterms:modified>
</cp:coreProperties>
</file>