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0C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0085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005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0C5C9"/>
            </a:solidFill>
            <a:ln w="19050" cap="flat">
              <a:solidFill>
                <a:srgbClr val="C0C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C0C5C9"/>
              </a:solidFill>
              <a:ln w="9525" cap="flat">
                <a:solidFill>
                  <a:srgbClr val="C0C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003A70"/>
            </a:solidFill>
            <a:ln w="19050" cap="flat">
              <a:solidFill>
                <a:srgbClr val="003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003A70"/>
              </a:solidFill>
              <a:ln w="9525" cap="flat">
                <a:solidFill>
                  <a:srgbClr val="003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00857C"/>
            </a:solidFill>
            <a:ln w="19050" cap="flat">
              <a:solidFill>
                <a:srgbClr val="0085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00857C"/>
              </a:solidFill>
              <a:ln w="9525" cap="flat">
                <a:solidFill>
                  <a:srgbClr val="0085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 Pro forecast projects 18,300 units in FY26, a 55% increase over FY25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00857C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2808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32808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34095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34095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sales trajectory shows 55% growth from FY25 to FY26 forecast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42655" y="1371600"/>
            <a:ext cx="3291840" cy="4526280"/>
          </a:xfrm>
          <a:prstGeom prst="rect">
            <a:avLst>
              <a:gd name="adj" fmla="val 277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42655" y="1371600"/>
            <a:ext cx="54864" cy="45262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8716975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6975" y="2103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6975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75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16975" y="305181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16975" y="32804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16975" y="355473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16975" y="40005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16975" y="42291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6975" y="45034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6975" y="494919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16975" y="517779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16975" y="545211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and Q4 consistently deliver strongest quarterly performance across all years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forecast pattern amplifies FY24 seasonality with consistent 1.5x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7729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forecast methods provide complementary views of expected demand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 50% growth multiplier to sales from two years prior. Captures seasonal patterns while projecting growth.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183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1188720"/>
          </a:xfrm>
          <a:prstGeom prst="rect">
            <a:avLst/>
          </a:prstGeom>
          <a:solidFill>
            <a:srgbClr val="005DA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prior year actuals as baseline forecast. Conservative approach assuming no growth.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1188720"/>
          </a:xfrm>
          <a:prstGeom prst="rect">
            <a:avLst>
              <a:gd name="adj" fmla="val 615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73152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average of annual historical sales. Smooths seasonality for flat demand 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monthly forecast ranges from 300 to 3,000 units with high seasonality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86384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3A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YoY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risks and five actions to secure FY26 forecast delivery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36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75488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0624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79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Director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Laptop Pro - Acme Corporation</dc:title>
  <dc:subject>PptxGenJS Presentation</dc:subject>
  <dc:creator>Acme Corporation</dc:creator>
  <cp:lastModifiedBy>Acme Corporation</cp:lastModifiedBy>
  <cp:revision>1</cp:revision>
  <dcterms:created xsi:type="dcterms:W3CDTF">2026-02-15T05:24:07Z</dcterms:created>
  <dcterms:modified xsi:type="dcterms:W3CDTF">2026-02-15T05:24:07Z</dcterms:modified>
</cp:coreProperties>
</file>