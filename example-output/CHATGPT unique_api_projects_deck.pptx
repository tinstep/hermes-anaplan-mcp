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(Concept deck; sources listed on each project slide)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(Concept deck; sources listed on each project slide)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https://nominatim.org/release-docs/latest/api/Overview/
- https://geocoding.geo.census.gov/
- https://www.census.gov/programs-surveys/acs/data/data-via-api.html
- https://www.weather.gov/documentation/services-web-api
- https://www.usgs.gov/products/web-tools/apis
- https://apps.nationalmap.gov/tnmaccess/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https://archive.org/help/wayback_api.php
- https://archive.org/developers/index-apis.html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https://wiki.openstreetmap.org/wiki/Overpass_API
- https://dev.overpass-api.de/overpass-doc/en/more_info/components.html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https://www.swpc.noaa.gov/content/data-access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https://earthquake.usgs.gov/fdsnws/event/1/
- https://earthquake.usgs.gov/earthquakes/feed/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https://www.federalregister.gov/developers/documentation/api/v1
- https://www.federalregister.gov/reader-aids/developer-resources/rest-api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https://doc.wikimedia.org/generated-data-platform/aqs/analytics-api/reference/page-views.html
- https://www.mediawiki.org/wiki/API:REST_API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https://nvd.nist.gov/developers/vulnerabilities
- https://nvd.nist.gov/developers/products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https://info.arxiv.org/help/api/user-manual.html
- https://docs.openalex.org/api-entities/works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https://www.loc.gov/apis/json-and-yaml/
- https://www.loc.gov/apis/json-and-yaml/requests/endpoints/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Unique API‑Powered Project Ideas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grab‑bag of weird, buildable, documented‑endpoint ideas (with a “signature mechanic” to keep each one original).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212080"/>
            <a:ext cx="11094415" cy="1051560"/>
          </a:xfrm>
          <a:prstGeom prst="roundRect">
            <a:avLst/>
          </a:prstGeom>
          <a:solidFill>
            <a:srgbClr val="0E2B52"/>
          </a:solidFill>
          <a:ln w="12700">
            <a:solidFill>
              <a:srgbClr val="0E2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513832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structure: one slide per idea → Hook • Signature mechanic • APIs • MVP steps • Stretch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Feb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ideas selected for maximum variety (geo, civic, science, gov, security, research, culture).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4415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522716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PlaceSheet — an RPG character sheet for any location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Website Time‑Lapse Detective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Invisible City Atlas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Solar Storm Sidequest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Earthquake Sonifier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1568" y="1874520"/>
            <a:ext cx="522716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Regulation Diff Bot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Wikipedia Attention Weather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CVE Dungeon Crawl (Patch Quest)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Paper Frontier Radar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Micro‑Museum Generator (Library of Congress)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PlaceSheet — an RPG character sheet for any location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Story-first, provenance-first: facts + inferences + vibes, clearly separated.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Geo / Open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6–12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Shareable “place card”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pin, get a character sheet: elevation, weather mood, water context, demography, and “traits” — each stat has a source and a confidence label.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allowed on the card unless it can show its provenance. Facts cite sources; inferences are labeled; “vibes” are fun but fenced off.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(OpenStreetMap) for /search + /reverse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Census Geocoder + ACS via Census Data API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API for forecasts + alerts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Water Data APIs (nearby gauges)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TNM Access (terrain/elevation) (optional)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 input → lat/lon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official geographies (tract/county)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6–10 headline stats + forecast + one “risk” card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single shareable card view + export (PNG/PDF)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“time travel” tab comparing ACS years + a change summary (“what’s shifting here?”).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Time‑Lapse Detective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messaging drift over time, not just “did it change?”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Web history /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Easy–Medium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4–8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Change timeline + diff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site (or 50). The app builds a time-lapse of what they claimed, removed, or softened — then scores “narrative drift.”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must be classified: claim added / removed / strengthened / softened. The UI refuses to show a diff without a label.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 CDX API (capture index)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snapshot retrieval (for content diffs)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CDX → list of captures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captures (e.g., weekly) → fetch HTML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+ compute semantic diff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drift timeline + “top changed claims”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“brand promise meter” (detect repeated slogans and how they mutate).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City Atlas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things people need, not the things people review.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Civic / Mapping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6–10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Utility map +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map of “invisible infrastructure”: AEDs, water fountains, public toilets, bike pumps, shelters — then generate “survivability routes.”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POI pins, the default view is “coverage heat”: how far you are from essentials by foot, at any point in the city.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(custom OSM queries)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(optional: clean geocoding)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6 essential feature queries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features for a bounding box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coverage grids (walk distance)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layers + 3 recommended “routes”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“what’s missing?” report: neighborhoods with the worst coverage.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Storm Sidequest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weather, translated into human consequences.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Space / Data viz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Easy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3–6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Daily “space weather” brief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card that answers: “Should I expect aurora? GPS weirdness? HF radio issues?” with a confidence band and plain language.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map to an “impact domain” (aurora / comms / navigation / power) and show its source + timestamp.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SWPC Data Service (JSON + products)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local cloud cover forecast (NWS/Open-Meteo)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2–3 SWPC JSON products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simple “impact dial”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daily brief + alert thresholds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a shareable image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“watch party” feature: notify friends when aurora odds spike near them.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Sonifier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tectonics into sound + minimalist motion.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Science / Creative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6–12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Soundscape + feed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charts, earthquakes become a music box: magnitude→volume, depth→timbre, distance→reverb. Daily “Earth pulse” track.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maps. Only time + sound + a single “energy” meter. Make it visceral and calm, not alarming.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Earthquake Catalog API (GeoJSON)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GeoJSON feeds (summary + detail)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last 24h quakes (GeoJSON)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quake features → audio parameters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60–120s soundscape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shareable “track + caption” card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“regional instruments”: different tectonic plates get different synth voices.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Diff Bot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rulemaking like version control.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Gov /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Easy–Medium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4–8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Weekly change digest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topic across Federal Register notices and surface “what changed this week,” who issued it, and what deadlines matter.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must be summarized into 3 fields: intent, who is affected, and dates. No walls of text allowed.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FederalRegister.gov API (search + document fetch)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saved queries (topic/agency)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new docs daily → store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→ intent/affected/dates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weekly digest + RSS/email export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“deadline heatmap” calendar view + reminders.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Attention Weather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as a storm system you can see moving.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Media / Data viz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6–10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Animated “attention map”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“trending,” show how attention moves across languages/countries for a topic over days—like a meteorology forecast.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derivatives (rate-of-change) by default. The UI focuses on “spikes” and “aftershocks,” not raw counts.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Analytics API (pageviews)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MediaWiki REST API (page summaries/extracts) (optional)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20 related pages (seed list)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pageviews time series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spike detection + clustering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a “front” over 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“explain spike” panel: top linked pages and edit activity around the spike.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Dungeon Crawl (Patch Quest)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security hygiene feel like a game with progress.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Security / Gamification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6–12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Weekly “quest log”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stack (or repo). The app spawns “monsters” (CVEs) and rewards you for mitigations. Turns dread into a checklist with dopamine.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CVE becomes a quest with: impact, exploitability hint, and a single recommended action. No “read 12 pages.”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Vulnerability API (CVE)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Product API (CPE) (optional for mapping)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dependencies (manual list to start)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NVD for matching CVEs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group into quests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weekly quest log + badges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GitHub repo dependency files and auto-detect stack components.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Frontier Radar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emerging micro-topics before they become buzzwords.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Research / Discovery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6–12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Weekly frontier 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arXiv categories and auto-detect new term pairings and fast-growing clusters. A “frontier map” for ideas.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 concepts that are both new and growing (novelty × velocity). Keeps it from being “top papers” again.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API (paper feed + search)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/works (optional: enrichment + links)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last N days from chosen categories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keywords (titles/abstracts)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compute velocity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“frontier map” + short digest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“idea lineage”: link clusters to prior foundational papers via citations (OpenAlex/Crossref).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Micro‑Museum Generator (Library of Congress)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Auto-curate tiny exhibits with narrative arcs.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4415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31089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243584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Culture / Creative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70432"/>
            <a:ext cx="237744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243584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Easy–Medium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19456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243584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4–8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70432"/>
            <a:ext cx="301752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243584"/>
            <a:ext cx="2688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output: 6-item exhibit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52271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“jazz 1939” or “telephone ads 1910.” The app curates a 6-item exhibit (image/audio/map/etc.) with captions and a story arc.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mechanic (keeps it unique)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52271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constraint: each exhibit must contain 3 media types and a “wild card” item. Curations feel crafted, not random.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(documented endpoints)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522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of Congress loc.gov JSON API (search + items)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1691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steps (1–2 days)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3008" y="19659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search query → results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diverse items by type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captions + exhibit arc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shareable exhibit link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3977640"/>
            <a:ext cx="52271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“exhibit remix”: users can swap one item and the narrative rewrites itself.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make every output shareable (a card, link, or export) — projects go viral when results travel.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2026-02-15T05:35:20Z</dcterms:created>
  <dcterms:modified xsi:type="dcterms:W3CDTF">2026-02-15T05:35:20Z</dcterms:modified>
</cp:coreProperties>
</file>