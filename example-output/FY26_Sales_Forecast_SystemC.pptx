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6BC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C0C5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86BC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8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C0C5C9"/>
            </a:solidFill>
            <a:ln w="19050" cap="flat">
              <a:solidFill>
                <a:srgbClr val="C0C5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C0C5C9"/>
              </a:solidFill>
              <a:ln w="9525" cap="flat">
                <a:solidFill>
                  <a:srgbClr val="C0C5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333333"/>
            </a:solidFill>
            <a:ln w="19050" cap="flat">
              <a:solidFill>
                <a:srgbClr val="33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86BC24"/>
            </a:solidFill>
            <a:ln w="19050" cap="flat">
              <a:solidFill>
                <a:srgbClr val="86BC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86BC24"/>
              </a:solidFill>
              <a:ln w="9525" cap="flat">
                <a:solidFill>
                  <a:srgbClr val="86BC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Pro forecast projects 18,300 units in FY26, a 55% increase over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0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2808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2808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0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sales trajectory shows 55% growth from FY25 to FY26 forecast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42655" y="1371600"/>
            <a:ext cx="3291840" cy="4526280"/>
          </a:xfrm>
          <a:prstGeom prst="rect">
            <a:avLst>
              <a:gd name="adj" fmla="val 277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42655" y="1371600"/>
            <a:ext cx="54864" cy="45262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7" name="Text 4"/>
          <p:cNvSpPr/>
          <p:nvPr/>
        </p:nvSpPr>
        <p:spPr>
          <a:xfrm>
            <a:off x="8716975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6975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6975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75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16975" y="305181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16975" y="32804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16975" y="355473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16975" y="40005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16975" y="42291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6975" y="45034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6975" y="494919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16975" y="51777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16975" y="54521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Q1 and Q4 consistently deliver strongest quarterly performance across all years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forecast pattern amplifies FY24 seasonality with consistent 1.5x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forecast methods provide complementary views of expected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a 50% growth multiplier to sales from two years prior.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183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18872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prior year actuals as baseline forecast. Conservative approach.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average of annual historical sales. Smooths seasonality.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monthly forecast ranges from 300 to 3,000 units with high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Feb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Jul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Nov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FY26 (F)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1,500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1,500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18,300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FY27 (F)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FY26 YoY 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0808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N/A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-6%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-62%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86BC2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+55%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risks and five actions to secure FY26 forecast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0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96012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36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06240"/>
            <a:ext cx="54864" cy="96012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79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Director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Supply Chain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Analytics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86BC24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Design System C</dc:title>
  <dc:subject>PptxGenJS Presentation</dc:subject>
  <dc:creator>Acme Corporation</dc:creator>
  <cp:lastModifiedBy>Acme Corporation</cp:lastModifiedBy>
  <cp:revision>1</cp:revision>
  <dcterms:created xsi:type="dcterms:W3CDTF">2026-02-15T05:24:07Z</dcterms:created>
  <dcterms:modified xsi:type="dcterms:W3CDTF">2026-02-15T05:24:07Z</dcterms:modified>
</cp:coreProperties>
</file>